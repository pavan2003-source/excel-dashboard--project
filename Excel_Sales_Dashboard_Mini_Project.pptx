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58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1446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Excel Sales Dashboard Mini Project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Vrinda Store Annual Sales Analysis (2022)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Create an annual sales report for 2022 to understand customer behavior and improve sales in 2023.</a:t>
            </a:r>
          </a:p>
          <a:p>
            <a:r>
              <a:t>Analyze sales data using Excel.</a:t>
            </a:r>
          </a:p>
          <a:p>
            <a:r>
              <a:t>Build an interactive dashboard with Pivot Tables, Charts, and Slicers.</a:t>
            </a:r>
          </a:p>
          <a:p>
            <a:r>
              <a:t>Generate business insights for decision-making.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3660D93-118C-401D-A860-0EDF25A07E7B}"/>
              </a:ext>
            </a:extLst>
          </p:cNvPr>
          <p:cNvSpPr txBox="1"/>
          <p:nvPr/>
        </p:nvSpPr>
        <p:spPr>
          <a:xfrm>
            <a:off x="2700997" y="703385"/>
            <a:ext cx="3742006" cy="369332"/>
          </a:xfrm>
          <a:prstGeom prst="rect">
            <a:avLst/>
          </a:prstGeom>
          <a:solidFill>
            <a:schemeClr val="bg2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EXTRACT THE RAW FILE INTO  EXCEL 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FB3761C-6F87-43BE-8057-9053B5FACA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911" y="1790114"/>
            <a:ext cx="7934178" cy="3977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29964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9C683B3-0DE8-4819-B9B9-84FC103225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249" y="858505"/>
            <a:ext cx="7863840" cy="559856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EADAC8A-1FEA-4634-8454-9579E8502A9C}"/>
              </a:ext>
            </a:extLst>
          </p:cNvPr>
          <p:cNvSpPr txBox="1"/>
          <p:nvPr/>
        </p:nvSpPr>
        <p:spPr>
          <a:xfrm>
            <a:off x="675249" y="216263"/>
            <a:ext cx="27485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Step 1) Check the raw data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84681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D42398F-3A78-4119-BB2D-21DE2C9DB590}"/>
              </a:ext>
            </a:extLst>
          </p:cNvPr>
          <p:cNvSpPr txBox="1"/>
          <p:nvPr/>
        </p:nvSpPr>
        <p:spPr>
          <a:xfrm>
            <a:off x="281354" y="28135"/>
            <a:ext cx="21922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Step 2) Data Cleaning</a:t>
            </a: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B7A7611-127C-4DDB-82BA-3766FCACC4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354" y="858505"/>
            <a:ext cx="8468751" cy="5140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38897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E92BD31-1A26-40F7-B72E-5FAA43410A0E}"/>
              </a:ext>
            </a:extLst>
          </p:cNvPr>
          <p:cNvSpPr txBox="1"/>
          <p:nvPr/>
        </p:nvSpPr>
        <p:spPr>
          <a:xfrm>
            <a:off x="604910" y="0"/>
            <a:ext cx="23808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Step 4) Data processing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59E1FAF-A52D-4F79-8A16-9D33B5332E57}"/>
              </a:ext>
            </a:extLst>
          </p:cNvPr>
          <p:cNvSpPr txBox="1"/>
          <p:nvPr/>
        </p:nvSpPr>
        <p:spPr>
          <a:xfrm>
            <a:off x="450166" y="404391"/>
            <a:ext cx="51117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Compare the sales and orders using single chart ?</a:t>
            </a: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F550CCE-EFFC-4AA1-BE40-32E0B80981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166" y="1196129"/>
            <a:ext cx="7638757" cy="5140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11636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F361252-8491-489F-B1A8-9EA74329E4B5}"/>
              </a:ext>
            </a:extLst>
          </p:cNvPr>
          <p:cNvSpPr txBox="1"/>
          <p:nvPr/>
        </p:nvSpPr>
        <p:spPr>
          <a:xfrm>
            <a:off x="499403" y="316915"/>
            <a:ext cx="54090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Who purchased more men or women in 2022 ?</a:t>
            </a:r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3787DF9-37D0-4A96-B3DF-FE34611491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1524" y="1857571"/>
            <a:ext cx="5380952" cy="3142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77072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4AF8159-2B05-46F6-A380-8EA6964986AE}"/>
              </a:ext>
            </a:extLst>
          </p:cNvPr>
          <p:cNvSpPr txBox="1"/>
          <p:nvPr/>
        </p:nvSpPr>
        <p:spPr>
          <a:xfrm>
            <a:off x="203981" y="0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List top 5 States contributing ?</a:t>
            </a:r>
            <a:endParaRPr lang="en-IN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AFF0255-6E79-4D7C-850E-87D67DF0C3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9143" y="1290905"/>
            <a:ext cx="7285714" cy="4276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0824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F8733E4-6394-4937-BC75-B44A8835B764}"/>
              </a:ext>
            </a:extLst>
          </p:cNvPr>
          <p:cNvSpPr txBox="1"/>
          <p:nvPr/>
        </p:nvSpPr>
        <p:spPr>
          <a:xfrm>
            <a:off x="189913" y="131857"/>
            <a:ext cx="55356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Relation between age and gender based on number?</a:t>
            </a: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8562B1E-BA5D-4048-98B4-178A201B43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095" y="1195666"/>
            <a:ext cx="8523809" cy="4466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2740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B1B8061-0F51-4575-BE0D-6A46DB1E7E79}"/>
              </a:ext>
            </a:extLst>
          </p:cNvPr>
          <p:cNvSpPr txBox="1"/>
          <p:nvPr/>
        </p:nvSpPr>
        <p:spPr>
          <a:xfrm>
            <a:off x="260253" y="190306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Highest product selling  channel? </a:t>
            </a: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159B9D9-1322-4AB5-AA24-1BBA625B06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2476" y="1352809"/>
            <a:ext cx="6219048" cy="4152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09871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6AF3BF7-2D72-45E5-ABA6-636A3BF8FB16}"/>
              </a:ext>
            </a:extLst>
          </p:cNvPr>
          <p:cNvSpPr txBox="1"/>
          <p:nvPr/>
        </p:nvSpPr>
        <p:spPr>
          <a:xfrm>
            <a:off x="414997" y="148103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Final order status ?</a:t>
            </a: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05B2820-7C5D-4B0C-8413-1ADEE86140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143" y="1319476"/>
            <a:ext cx="8285714" cy="4219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97115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AD2D120-30B6-4822-A2BB-CE551503A460}"/>
              </a:ext>
            </a:extLst>
          </p:cNvPr>
          <p:cNvSpPr txBox="1"/>
          <p:nvPr/>
        </p:nvSpPr>
        <p:spPr>
          <a:xfrm>
            <a:off x="2427317" y="212801"/>
            <a:ext cx="3447867" cy="36933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 </a:t>
            </a:r>
            <a:r>
              <a:rPr lang="en-US" dirty="0" err="1"/>
              <a:t>Vrinda</a:t>
            </a:r>
            <a:r>
              <a:rPr lang="en-US" dirty="0"/>
              <a:t> Store Annual Report -2022</a:t>
            </a: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0C59D6E-9A71-4DCF-87B4-FD2A75DD6B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677" y="1784982"/>
            <a:ext cx="8750106" cy="32880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20212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Final </a:t>
            </a:r>
            <a:r>
              <a:rPr dirty="0"/>
              <a:t>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Women contributed ~65% of purchases.</a:t>
            </a:r>
          </a:p>
          <a:p>
            <a:r>
              <a:t>Top states: Maharashtra, Karnataka, Uttar Pradesh (~35%).</a:t>
            </a:r>
          </a:p>
          <a:p>
            <a:r>
              <a:t>Age group 30–49 contributed ~50% of sales.</a:t>
            </a:r>
          </a:p>
          <a:p>
            <a:r>
              <a:t>Amazon, Flipkart, and Myntra contributed ~80% of sales.</a:t>
            </a:r>
          </a:p>
          <a:p>
            <a:r>
              <a:t>Recommendation: Target women (30–49) in top states with offers on major marketplaces.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189</Words>
  <Application>Microsoft Office PowerPoint</Application>
  <PresentationFormat>On-screen Show (4:3)</PresentationFormat>
  <Paragraphs>24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Wingdings</vt:lpstr>
      <vt:lpstr>Office Theme</vt:lpstr>
      <vt:lpstr>Excel Sales Dashboard Mini Project</vt:lpstr>
      <vt:lpstr>Objective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Final  Insights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Excel Sales Dashboard Mini Project</dc:title>
  <dc:subject/>
  <dc:creator/>
  <cp:keywords/>
  <dc:description>generated using python-pptx</dc:description>
  <cp:lastModifiedBy>Pavan B</cp:lastModifiedBy>
  <cp:revision>4</cp:revision>
  <dcterms:created xsi:type="dcterms:W3CDTF">2013-01-27T09:14:16Z</dcterms:created>
  <dcterms:modified xsi:type="dcterms:W3CDTF">2026-07-19T07:41:44Z</dcterms:modified>
  <cp:category/>
</cp:coreProperties>
</file>